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20608a3e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20608a3e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20608a3e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f20608a3e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f20608a3e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f20608a3e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f20608a3e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f20608a3e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66727" y="324000"/>
            <a:ext cx="8245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68000" y="576000"/>
            <a:ext cx="824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68316" y="1008000"/>
            <a:ext cx="82440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754400" y="4876200"/>
            <a:ext cx="53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66725" y="4876200"/>
            <a:ext cx="606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89000" y="4876200"/>
            <a:ext cx="22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7754400" y="4876200"/>
            <a:ext cx="53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25.06.2026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6725" y="4876200"/>
            <a:ext cx="606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Universität Stuttgart 	Aylina Ashkenov, Qianyue Li, Sakshi Takawale, Sophie Schüttler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489000" y="4876200"/>
            <a:ext cx="22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800">
                <a:solidFill>
                  <a:srgbClr val="3E444C"/>
                </a:solidFill>
              </a:rPr>
              <a:t>‹#›</a:t>
            </a:fld>
            <a:endParaRPr sz="800">
              <a:solidFill>
                <a:srgbClr val="3E444C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52400"/>
            <a:ext cx="6405624" cy="247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2164625"/>
            <a:ext cx="6405623" cy="248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2824" y="152400"/>
            <a:ext cx="2128777" cy="4150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7754400" y="4876200"/>
            <a:ext cx="53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25.06.2026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66725" y="4876200"/>
            <a:ext cx="606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Universität Stuttgart 	Aylina Ashkenov, Qianyue Li, Sakshi Takawale, Sophie Schüttler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489000" y="4876200"/>
            <a:ext cx="22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800">
                <a:solidFill>
                  <a:srgbClr val="3E444C"/>
                </a:solidFill>
              </a:rPr>
              <a:t>‹#›</a:t>
            </a:fld>
            <a:endParaRPr sz="800">
              <a:solidFill>
                <a:srgbClr val="3E444C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8175"/>
            <a:ext cx="8839200" cy="354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7754400" y="4876200"/>
            <a:ext cx="53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25.06.2026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66725" y="4876200"/>
            <a:ext cx="606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Universität Stuttgart 	Aylina Ashkenov, Qianyue Li, Sakshi Takawale, Sophie Schüttler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8489000" y="4876200"/>
            <a:ext cx="22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800">
                <a:solidFill>
                  <a:srgbClr val="3E444C"/>
                </a:solidFill>
              </a:rPr>
              <a:t>‹#›</a:t>
            </a:fld>
            <a:endParaRPr sz="800">
              <a:solidFill>
                <a:srgbClr val="3E444C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00" y="129200"/>
            <a:ext cx="5419350" cy="34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371" y="166175"/>
            <a:ext cx="3277100" cy="19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600" y="2289525"/>
            <a:ext cx="4436100" cy="247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691375" y="630875"/>
            <a:ext cx="3253800" cy="16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703025" y="911138"/>
            <a:ext cx="3253800" cy="12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691375" y="1034150"/>
            <a:ext cx="3253800" cy="12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691375" y="1735438"/>
            <a:ext cx="3253800" cy="1602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6725" y="2378325"/>
            <a:ext cx="4352325" cy="24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/>
        </p:nvSpPr>
        <p:spPr>
          <a:xfrm>
            <a:off x="7754400" y="4876200"/>
            <a:ext cx="53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25.06.2026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66725" y="4876200"/>
            <a:ext cx="606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3E444C"/>
                </a:solidFill>
              </a:rPr>
              <a:t>Universität Stuttgart 	Aylina Ashkenov, Qianyue Li, Sakshi Takawale, Sophie Schüttler</a:t>
            </a:r>
            <a:endParaRPr sz="800">
              <a:solidFill>
                <a:srgbClr val="3E444C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8489000" y="4876200"/>
            <a:ext cx="22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800">
                <a:solidFill>
                  <a:srgbClr val="3E444C"/>
                </a:solidFill>
              </a:rPr>
              <a:t>‹#›</a:t>
            </a:fld>
            <a:endParaRPr sz="800">
              <a:solidFill>
                <a:srgbClr val="3E444C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4779" y="974075"/>
            <a:ext cx="3695831" cy="319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0" y="75075"/>
            <a:ext cx="5302821" cy="24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5362625" y="1620829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sp>
        <p:nvSpPr>
          <p:cNvPr id="100" name="Google Shape;100;p17"/>
          <p:cNvSpPr/>
          <p:nvPr/>
        </p:nvSpPr>
        <p:spPr>
          <a:xfrm>
            <a:off x="5374779" y="2062022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sp>
        <p:nvSpPr>
          <p:cNvPr id="101" name="Google Shape;101;p17"/>
          <p:cNvSpPr/>
          <p:nvPr/>
        </p:nvSpPr>
        <p:spPr>
          <a:xfrm>
            <a:off x="5374779" y="2876598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sp>
        <p:nvSpPr>
          <p:cNvPr id="102" name="Google Shape;102;p17"/>
          <p:cNvSpPr/>
          <p:nvPr/>
        </p:nvSpPr>
        <p:spPr>
          <a:xfrm>
            <a:off x="5374779" y="3279485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sp>
        <p:nvSpPr>
          <p:cNvPr id="103" name="Google Shape;103;p17"/>
          <p:cNvSpPr/>
          <p:nvPr/>
        </p:nvSpPr>
        <p:spPr>
          <a:xfrm>
            <a:off x="5362625" y="1841425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sp>
        <p:nvSpPr>
          <p:cNvPr id="104" name="Google Shape;104;p17"/>
          <p:cNvSpPr/>
          <p:nvPr/>
        </p:nvSpPr>
        <p:spPr>
          <a:xfrm>
            <a:off x="5374779" y="2469296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sp>
        <p:nvSpPr>
          <p:cNvPr id="105" name="Google Shape;105;p17"/>
          <p:cNvSpPr/>
          <p:nvPr/>
        </p:nvSpPr>
        <p:spPr>
          <a:xfrm>
            <a:off x="5374779" y="3682357"/>
            <a:ext cx="3695700" cy="182100"/>
          </a:xfrm>
          <a:prstGeom prst="rect">
            <a:avLst/>
          </a:prstGeom>
          <a:noFill/>
          <a:ln cap="flat" cmpd="sng" w="108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50" lIns="103850" spcFirstLastPara="1" rIns="103850" wrap="square" tIns="10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0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100" y="2571750"/>
            <a:ext cx="4010888" cy="22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